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4329" autoAdjust="0"/>
    <p:restoredTop sz="94660"/>
  </p:normalViewPr>
  <p:slideViewPr>
    <p:cSldViewPr snapToGrid="0">
      <p:cViewPr>
        <p:scale>
          <a:sx n="150" d="100"/>
          <a:sy n="150" d="100"/>
        </p:scale>
        <p:origin x="216" y="-5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7D769-CF03-4EF1-AD4A-8462CAFC80E4}" type="datetimeFigureOut">
              <a:rPr lang="en-AU" smtClean="0"/>
              <a:t>23/02/2026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94157-B842-4959-A41D-2F441CD99D2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17472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7D769-CF03-4EF1-AD4A-8462CAFC80E4}" type="datetimeFigureOut">
              <a:rPr lang="en-AU" smtClean="0"/>
              <a:t>23/02/2026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94157-B842-4959-A41D-2F441CD99D2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42885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7D769-CF03-4EF1-AD4A-8462CAFC80E4}" type="datetimeFigureOut">
              <a:rPr lang="en-AU" smtClean="0"/>
              <a:t>23/02/2026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94157-B842-4959-A41D-2F441CD99D2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13823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7D769-CF03-4EF1-AD4A-8462CAFC80E4}" type="datetimeFigureOut">
              <a:rPr lang="en-AU" smtClean="0"/>
              <a:t>23/02/2026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94157-B842-4959-A41D-2F441CD99D2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615658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7D769-CF03-4EF1-AD4A-8462CAFC80E4}" type="datetimeFigureOut">
              <a:rPr lang="en-AU" smtClean="0"/>
              <a:t>23/02/2026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94157-B842-4959-A41D-2F441CD99D2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95989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7D769-CF03-4EF1-AD4A-8462CAFC80E4}" type="datetimeFigureOut">
              <a:rPr lang="en-AU" smtClean="0"/>
              <a:t>23/02/2026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94157-B842-4959-A41D-2F441CD99D2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19997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7D769-CF03-4EF1-AD4A-8462CAFC80E4}" type="datetimeFigureOut">
              <a:rPr lang="en-AU" smtClean="0"/>
              <a:t>23/02/2026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94157-B842-4959-A41D-2F441CD99D2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794798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7D769-CF03-4EF1-AD4A-8462CAFC80E4}" type="datetimeFigureOut">
              <a:rPr lang="en-AU" smtClean="0"/>
              <a:t>23/02/2026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94157-B842-4959-A41D-2F441CD99D2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780667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7D769-CF03-4EF1-AD4A-8462CAFC80E4}" type="datetimeFigureOut">
              <a:rPr lang="en-AU" smtClean="0"/>
              <a:t>23/02/2026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94157-B842-4959-A41D-2F441CD99D2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661629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7D769-CF03-4EF1-AD4A-8462CAFC80E4}" type="datetimeFigureOut">
              <a:rPr lang="en-AU" smtClean="0"/>
              <a:t>23/02/2026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94157-B842-4959-A41D-2F441CD99D2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15122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7D769-CF03-4EF1-AD4A-8462CAFC80E4}" type="datetimeFigureOut">
              <a:rPr lang="en-AU" smtClean="0"/>
              <a:t>23/02/2026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94157-B842-4959-A41D-2F441CD99D2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07840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C7D769-CF03-4EF1-AD4A-8462CAFC80E4}" type="datetimeFigureOut">
              <a:rPr lang="en-AU" smtClean="0"/>
              <a:t>23/02/2026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B94157-B842-4959-A41D-2F441CD99D2F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3F6B12-BFC3-1B9F-3A89-18C82FFFD98C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4261612" y="63500"/>
            <a:ext cx="652463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200">
                <a:solidFill>
                  <a:srgbClr val="FF0000">
                    <a:alpha val="50000"/>
                  </a:srgbClr>
                </a:solidFill>
                <a:latin typeface="Aptos" panose="020B0004020202020204" pitchFamily="34" charset="0"/>
              </a:rPr>
              <a:t>OFFICIAL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8F45F6-DDDA-8555-7F92-53178F45A0D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261612" y="6611620"/>
            <a:ext cx="652463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200">
                <a:solidFill>
                  <a:srgbClr val="FF0000">
                    <a:alpha val="50000"/>
                  </a:srgbClr>
                </a:solidFill>
                <a:latin typeface="Aptos" panose="020B0004020202020204" pitchFamily="34" charset="0"/>
              </a:rPr>
              <a:t>OFFICIAL</a:t>
            </a:r>
          </a:p>
        </p:txBody>
      </p:sp>
    </p:spTree>
    <p:extLst>
      <p:ext uri="{BB962C8B-B14F-4D97-AF65-F5344CB8AC3E}">
        <p14:creationId xmlns:p14="http://schemas.microsoft.com/office/powerpoint/2010/main" val="31723430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7367482-5D65-BB25-382A-F892BDC216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2576" y="731804"/>
            <a:ext cx="4966018" cy="55742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A20F2B7-171F-A5EE-A74F-B7C4691BC65B}"/>
              </a:ext>
            </a:extLst>
          </p:cNvPr>
          <p:cNvSpPr txBox="1"/>
          <p:nvPr/>
        </p:nvSpPr>
        <p:spPr>
          <a:xfrm>
            <a:off x="959123" y="1168056"/>
            <a:ext cx="595851" cy="184666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AU" sz="1200" dirty="0"/>
              <a:t>Menus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D3E8B0B-B57E-FF5A-71D1-5E7839B8946D}"/>
              </a:ext>
            </a:extLst>
          </p:cNvPr>
          <p:cNvCxnSpPr>
            <a:cxnSpLocks/>
          </p:cNvCxnSpPr>
          <p:nvPr/>
        </p:nvCxnSpPr>
        <p:spPr>
          <a:xfrm flipV="1">
            <a:off x="1554974" y="1021492"/>
            <a:ext cx="331486" cy="14656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AFC98D9-EC92-4F2D-455C-40C212529527}"/>
              </a:ext>
            </a:extLst>
          </p:cNvPr>
          <p:cNvSpPr txBox="1"/>
          <p:nvPr/>
        </p:nvSpPr>
        <p:spPr>
          <a:xfrm>
            <a:off x="1370694" y="5282678"/>
            <a:ext cx="700045" cy="184666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AU" sz="1200" dirty="0"/>
              <a:t>Element</a:t>
            </a:r>
            <a:endParaRPr lang="en-AU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0F4B359-55C7-B97B-A2C4-F214CEB38C02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2070739" y="5375011"/>
            <a:ext cx="79181" cy="46149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EA0DF7A-8C36-EFC5-3CC8-44BA6DD7B766}"/>
              </a:ext>
            </a:extLst>
          </p:cNvPr>
          <p:cNvSpPr txBox="1"/>
          <p:nvPr/>
        </p:nvSpPr>
        <p:spPr>
          <a:xfrm>
            <a:off x="1680742" y="4885806"/>
            <a:ext cx="526921" cy="184666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AU" sz="1200" dirty="0"/>
              <a:t>Zoom</a:t>
            </a:r>
            <a:endParaRPr lang="en-AU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D717BA-9686-FFBB-9CFA-901D8FBC4EAA}"/>
              </a:ext>
            </a:extLst>
          </p:cNvPr>
          <p:cNvSpPr txBox="1"/>
          <p:nvPr/>
        </p:nvSpPr>
        <p:spPr>
          <a:xfrm>
            <a:off x="1664259" y="4473146"/>
            <a:ext cx="642337" cy="184666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AU" sz="1200" dirty="0"/>
              <a:t>Shapes</a:t>
            </a:r>
            <a:endParaRPr lang="en-AU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75F842C-9ADF-87C5-43FA-41063A2437EB}"/>
              </a:ext>
            </a:extLst>
          </p:cNvPr>
          <p:cNvCxnSpPr>
            <a:cxnSpLocks/>
            <a:stCxn id="15" idx="3"/>
          </p:cNvCxnSpPr>
          <p:nvPr/>
        </p:nvCxnSpPr>
        <p:spPr>
          <a:xfrm>
            <a:off x="2306596" y="4565479"/>
            <a:ext cx="1235674" cy="127102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05190F0-53E2-DD8B-69C9-AAA93A809724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2207663" y="4978139"/>
            <a:ext cx="568488" cy="71077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25F6622D-5742-A172-5DCE-7E8C07ABDC3F}"/>
              </a:ext>
            </a:extLst>
          </p:cNvPr>
          <p:cNvSpPr txBox="1"/>
          <p:nvPr/>
        </p:nvSpPr>
        <p:spPr>
          <a:xfrm>
            <a:off x="6409274" y="4691532"/>
            <a:ext cx="1741164" cy="184666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AU" sz="1200" dirty="0"/>
              <a:t>Include “+” / Exclude “-”</a:t>
            </a:r>
            <a:endParaRPr lang="en-AU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156B456-0559-B364-A31F-C95925923FBB}"/>
              </a:ext>
            </a:extLst>
          </p:cNvPr>
          <p:cNvCxnSpPr>
            <a:cxnSpLocks/>
            <a:stCxn id="27" idx="1"/>
          </p:cNvCxnSpPr>
          <p:nvPr/>
        </p:nvCxnSpPr>
        <p:spPr>
          <a:xfrm flipH="1">
            <a:off x="4209535" y="4783865"/>
            <a:ext cx="2199739" cy="105264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173BB611-48FD-EF53-0187-F31A58AEC48F}"/>
              </a:ext>
            </a:extLst>
          </p:cNvPr>
          <p:cNvSpPr txBox="1"/>
          <p:nvPr/>
        </p:nvSpPr>
        <p:spPr>
          <a:xfrm>
            <a:off x="6256329" y="5070526"/>
            <a:ext cx="913630" cy="184666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AU" sz="1200" dirty="0"/>
              <a:t>Analyze “</a:t>
            </a:r>
            <a:r>
              <a:rPr lang="en-AU" sz="1200" dirty="0">
                <a:sym typeface="Symbol" panose="05050102010706020507" pitchFamily="18" charset="2"/>
              </a:rPr>
              <a:t></a:t>
            </a:r>
            <a:r>
              <a:rPr lang="en-AU" sz="1200" dirty="0"/>
              <a:t>”</a:t>
            </a:r>
            <a:endParaRPr lang="en-AU" dirty="0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9C29F7B-59ED-5705-4980-4618C62D73B0}"/>
              </a:ext>
            </a:extLst>
          </p:cNvPr>
          <p:cNvCxnSpPr>
            <a:cxnSpLocks/>
            <a:stCxn id="32" idx="1"/>
          </p:cNvCxnSpPr>
          <p:nvPr/>
        </p:nvCxnSpPr>
        <p:spPr>
          <a:xfrm flipH="1">
            <a:off x="4621663" y="5162859"/>
            <a:ext cx="1634666" cy="63992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2EFFF1D0-7251-6E1C-5AD6-298DCFEF894D}"/>
              </a:ext>
            </a:extLst>
          </p:cNvPr>
          <p:cNvSpPr txBox="1"/>
          <p:nvPr/>
        </p:nvSpPr>
        <p:spPr>
          <a:xfrm>
            <a:off x="684392" y="6483263"/>
            <a:ext cx="1097783" cy="184666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AU" sz="1200" dirty="0"/>
              <a:t>“Conc” / “Var”</a:t>
            </a:r>
            <a:endParaRPr lang="en-AU" dirty="0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86B4902-1A4E-8846-9D20-1823BB7F6186}"/>
              </a:ext>
            </a:extLst>
          </p:cNvPr>
          <p:cNvCxnSpPr>
            <a:cxnSpLocks/>
            <a:stCxn id="38" idx="3"/>
          </p:cNvCxnSpPr>
          <p:nvPr/>
        </p:nvCxnSpPr>
        <p:spPr>
          <a:xfrm flipV="1">
            <a:off x="1782175" y="6191075"/>
            <a:ext cx="162027" cy="38452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A9E067EF-BEFA-587A-4426-E75A5143C12C}"/>
              </a:ext>
            </a:extLst>
          </p:cNvPr>
          <p:cNvSpPr txBox="1"/>
          <p:nvPr/>
        </p:nvSpPr>
        <p:spPr>
          <a:xfrm>
            <a:off x="7126911" y="5449520"/>
            <a:ext cx="1011156" cy="184666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AU" sz="1200" dirty="0"/>
              <a:t>Window help</a:t>
            </a:r>
            <a:endParaRPr lang="en-AU" dirty="0"/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B0600368-C287-3654-130B-281BCA6E1F6B}"/>
              </a:ext>
            </a:extLst>
          </p:cNvPr>
          <p:cNvCxnSpPr>
            <a:cxnSpLocks/>
            <a:stCxn id="46" idx="1"/>
          </p:cNvCxnSpPr>
          <p:nvPr/>
        </p:nvCxnSpPr>
        <p:spPr>
          <a:xfrm flipH="1">
            <a:off x="6821402" y="5541853"/>
            <a:ext cx="305509" cy="40026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E68CE349-8A57-2880-8502-7899881D0A83}"/>
              </a:ext>
            </a:extLst>
          </p:cNvPr>
          <p:cNvSpPr txBox="1"/>
          <p:nvPr/>
        </p:nvSpPr>
        <p:spPr>
          <a:xfrm>
            <a:off x="2041232" y="6483263"/>
            <a:ext cx="538976" cy="184666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AU" sz="1200" dirty="0" err="1"/>
              <a:t>Interp</a:t>
            </a:r>
            <a:endParaRPr lang="en-AU" dirty="0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7E8C060E-AC0F-4779-C8C1-4266FD2D2DDD}"/>
              </a:ext>
            </a:extLst>
          </p:cNvPr>
          <p:cNvCxnSpPr>
            <a:cxnSpLocks/>
            <a:stCxn id="49" idx="0"/>
          </p:cNvCxnSpPr>
          <p:nvPr/>
        </p:nvCxnSpPr>
        <p:spPr>
          <a:xfrm flipV="1">
            <a:off x="2310720" y="6156835"/>
            <a:ext cx="159620" cy="32642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E97A9208-0E8D-48C6-5D2A-FAA55307EAEF}"/>
              </a:ext>
            </a:extLst>
          </p:cNvPr>
          <p:cNvSpPr txBox="1"/>
          <p:nvPr/>
        </p:nvSpPr>
        <p:spPr>
          <a:xfrm>
            <a:off x="2839265" y="6483263"/>
            <a:ext cx="416827" cy="184666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AU" sz="1200" dirty="0"/>
              <a:t>Low</a:t>
            </a:r>
            <a:endParaRPr lang="en-AU" dirty="0"/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1D46CC7B-7A27-2349-1F18-0EDE53AAEA7F}"/>
              </a:ext>
            </a:extLst>
          </p:cNvPr>
          <p:cNvCxnSpPr>
            <a:cxnSpLocks/>
            <a:stCxn id="54" idx="0"/>
          </p:cNvCxnSpPr>
          <p:nvPr/>
        </p:nvCxnSpPr>
        <p:spPr>
          <a:xfrm flipH="1" flipV="1">
            <a:off x="2937810" y="6191075"/>
            <a:ext cx="109869" cy="29218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425164C3-B670-334C-E165-A8F97664CFA6}"/>
              </a:ext>
            </a:extLst>
          </p:cNvPr>
          <p:cNvSpPr txBox="1"/>
          <p:nvPr/>
        </p:nvSpPr>
        <p:spPr>
          <a:xfrm>
            <a:off x="3515149" y="6483263"/>
            <a:ext cx="935687" cy="184666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AU" sz="1200" dirty="0"/>
              <a:t>Z axis mode</a:t>
            </a:r>
            <a:endParaRPr lang="en-AU" dirty="0"/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3D036AB3-80CD-11E1-2940-D223D7256ABE}"/>
              </a:ext>
            </a:extLst>
          </p:cNvPr>
          <p:cNvCxnSpPr>
            <a:cxnSpLocks/>
            <a:stCxn id="56" idx="0"/>
          </p:cNvCxnSpPr>
          <p:nvPr/>
        </p:nvCxnSpPr>
        <p:spPr>
          <a:xfrm flipH="1" flipV="1">
            <a:off x="3824999" y="6191075"/>
            <a:ext cx="157994" cy="29218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DB9E81C3-3720-9D6C-BF91-F812D8C9381A}"/>
              </a:ext>
            </a:extLst>
          </p:cNvPr>
          <p:cNvSpPr txBox="1"/>
          <p:nvPr/>
        </p:nvSpPr>
        <p:spPr>
          <a:xfrm>
            <a:off x="4709892" y="6483263"/>
            <a:ext cx="451580" cy="184666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AU" sz="1200" dirty="0"/>
              <a:t>High</a:t>
            </a:r>
            <a:endParaRPr lang="en-AU" dirty="0"/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472FB033-47AA-FA39-DBD3-E6920E871C5C}"/>
              </a:ext>
            </a:extLst>
          </p:cNvPr>
          <p:cNvCxnSpPr>
            <a:cxnSpLocks/>
            <a:stCxn id="58" idx="0"/>
          </p:cNvCxnSpPr>
          <p:nvPr/>
        </p:nvCxnSpPr>
        <p:spPr>
          <a:xfrm flipH="1" flipV="1">
            <a:off x="4376254" y="6169643"/>
            <a:ext cx="559428" cy="31362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A8C8D038-D40B-E745-E9E6-896135754A78}"/>
              </a:ext>
            </a:extLst>
          </p:cNvPr>
          <p:cNvSpPr txBox="1"/>
          <p:nvPr/>
        </p:nvSpPr>
        <p:spPr>
          <a:xfrm>
            <a:off x="5923301" y="6473538"/>
            <a:ext cx="1614013" cy="184666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AU" sz="1200" dirty="0"/>
              <a:t>Context sensitive help</a:t>
            </a:r>
            <a:endParaRPr lang="en-AU" dirty="0"/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B17BD580-35EA-45D9-E01C-73898038D84D}"/>
              </a:ext>
            </a:extLst>
          </p:cNvPr>
          <p:cNvCxnSpPr>
            <a:cxnSpLocks/>
            <a:stCxn id="63" idx="1"/>
          </p:cNvCxnSpPr>
          <p:nvPr/>
        </p:nvCxnSpPr>
        <p:spPr>
          <a:xfrm flipH="1" flipV="1">
            <a:off x="5630437" y="6123115"/>
            <a:ext cx="292864" cy="44275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24860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31</Words>
  <Application>Microsoft Office PowerPoint</Application>
  <PresentationFormat>On-screen Show (4:3)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Symbol</vt:lpstr>
      <vt:lpstr>Office Theme</vt:lpstr>
      <vt:lpstr>PowerPoint Presentation</vt:lpstr>
    </vt:vector>
  </TitlesOfParts>
  <Company>CSIRO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Ryan, Chris (Mineral Resources, Clayton)</dc:creator>
  <cp:lastModifiedBy>Ryan, Chris (Mineral Resources, Clayton)</cp:lastModifiedBy>
  <cp:revision>1</cp:revision>
  <dcterms:created xsi:type="dcterms:W3CDTF">2026-02-23T00:57:33Z</dcterms:created>
  <dcterms:modified xsi:type="dcterms:W3CDTF">2026-02-25T07:20:48Z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ad370f1-5840-4c36-bb65-89acaaf849ca_Enabled">
    <vt:lpwstr>true</vt:lpwstr>
  </property>
  <property fmtid="{D5CDD505-2E9C-101B-9397-08002B2CF9AE}" pid="3" name="MSIP_Label_0ad370f1-5840-4c36-bb65-89acaaf849ca_SetDate">
    <vt:lpwstr>2026-02-25T07:20:48Z</vt:lpwstr>
  </property>
  <property fmtid="{D5CDD505-2E9C-101B-9397-08002B2CF9AE}" pid="4" name="MSIP_Label_0ad370f1-5840-4c36-bb65-89acaaf849ca_Method">
    <vt:lpwstr>Privileged</vt:lpwstr>
  </property>
  <property fmtid="{D5CDD505-2E9C-101B-9397-08002B2CF9AE}" pid="5" name="MSIP_Label_0ad370f1-5840-4c36-bb65-89acaaf849ca_Name">
    <vt:lpwstr>OFFICIAL</vt:lpwstr>
  </property>
  <property fmtid="{D5CDD505-2E9C-101B-9397-08002B2CF9AE}" pid="6" name="MSIP_Label_0ad370f1-5840-4c36-bb65-89acaaf849ca_SiteId">
    <vt:lpwstr>0fe05593-19ac-4f98-adbf-0375fce7f160</vt:lpwstr>
  </property>
  <property fmtid="{D5CDD505-2E9C-101B-9397-08002B2CF9AE}" pid="7" name="MSIP_Label_0ad370f1-5840-4c36-bb65-89acaaf849ca_ActionId">
    <vt:lpwstr>7b1d2718-20cc-4eaa-b090-a834bb3ced88</vt:lpwstr>
  </property>
  <property fmtid="{D5CDD505-2E9C-101B-9397-08002B2CF9AE}" pid="8" name="MSIP_Label_0ad370f1-5840-4c36-bb65-89acaaf849ca_ContentBits">
    <vt:lpwstr>3</vt:lpwstr>
  </property>
  <property fmtid="{D5CDD505-2E9C-101B-9397-08002B2CF9AE}" pid="9" name="MSIP_Label_0ad370f1-5840-4c36-bb65-89acaaf849ca_Tag">
    <vt:lpwstr>10, 0, 1, 1</vt:lpwstr>
  </property>
  <property fmtid="{D5CDD505-2E9C-101B-9397-08002B2CF9AE}" pid="10" name="ClassificationContentMarkingFooterLocations">
    <vt:lpwstr>Office Theme:10</vt:lpwstr>
  </property>
  <property fmtid="{D5CDD505-2E9C-101B-9397-08002B2CF9AE}" pid="11" name="ClassificationContentMarkingFooterText">
    <vt:lpwstr>OFFICIAL</vt:lpwstr>
  </property>
  <property fmtid="{D5CDD505-2E9C-101B-9397-08002B2CF9AE}" pid="12" name="ClassificationContentMarkingHeaderLocations">
    <vt:lpwstr>Office Theme:9</vt:lpwstr>
  </property>
  <property fmtid="{D5CDD505-2E9C-101B-9397-08002B2CF9AE}" pid="13" name="ClassificationContentMarkingHeaderText">
    <vt:lpwstr>OFFICIAL</vt:lpwstr>
  </property>
</Properties>
</file>